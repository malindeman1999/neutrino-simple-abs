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9A44D-24AC-4A36-8512-3944251D8366}" v="1" dt="2026-05-07T18:28:05.9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deman, Mark A (US 365H)" userId="3688c61a-c847-421f-97e7-31f196fb4491" providerId="ADAL" clId="{216A9E4E-1227-49C0-8A78-42279DBF0FD8}"/>
    <pc:docChg chg="custSel addSld modSld">
      <pc:chgData name="Lindeman, Mark A (US 365H)" userId="3688c61a-c847-421f-97e7-31f196fb4491" providerId="ADAL" clId="{216A9E4E-1227-49C0-8A78-42279DBF0FD8}" dt="2026-05-07T18:28:19.497" v="556" actId="20577"/>
      <pc:docMkLst>
        <pc:docMk/>
      </pc:docMkLst>
      <pc:sldChg chg="modSp new mod">
        <pc:chgData name="Lindeman, Mark A (US 365H)" userId="3688c61a-c847-421f-97e7-31f196fb4491" providerId="ADAL" clId="{216A9E4E-1227-49C0-8A78-42279DBF0FD8}" dt="2026-05-06T21:43:37.986" v="20" actId="20577"/>
        <pc:sldMkLst>
          <pc:docMk/>
          <pc:sldMk cId="3598927791" sldId="256"/>
        </pc:sldMkLst>
        <pc:spChg chg="mod">
          <ac:chgData name="Lindeman, Mark A (US 365H)" userId="3688c61a-c847-421f-97e7-31f196fb4491" providerId="ADAL" clId="{216A9E4E-1227-49C0-8A78-42279DBF0FD8}" dt="2026-05-06T21:43:37.986" v="20" actId="20577"/>
          <ac:spMkLst>
            <pc:docMk/>
            <pc:sldMk cId="3598927791" sldId="256"/>
            <ac:spMk id="2" creationId="{FDDEFD9B-47C2-F0CC-65F1-FD76468957B7}"/>
          </ac:spMkLst>
        </pc:spChg>
      </pc:sldChg>
      <pc:sldChg chg="addSp modSp new mod">
        <pc:chgData name="Lindeman, Mark A (US 365H)" userId="3688c61a-c847-421f-97e7-31f196fb4491" providerId="ADAL" clId="{216A9E4E-1227-49C0-8A78-42279DBF0FD8}" dt="2026-05-06T21:44:01.808" v="39" actId="20577"/>
        <pc:sldMkLst>
          <pc:docMk/>
          <pc:sldMk cId="412030553" sldId="257"/>
        </pc:sldMkLst>
        <pc:spChg chg="mod">
          <ac:chgData name="Lindeman, Mark A (US 365H)" userId="3688c61a-c847-421f-97e7-31f196fb4491" providerId="ADAL" clId="{216A9E4E-1227-49C0-8A78-42279DBF0FD8}" dt="2026-05-06T21:44:01.808" v="39" actId="20577"/>
          <ac:spMkLst>
            <pc:docMk/>
            <pc:sldMk cId="412030553" sldId="257"/>
            <ac:spMk id="2" creationId="{689068B2-107A-724B-CBD1-12BC512F5079}"/>
          </ac:spMkLst>
        </pc:spChg>
        <pc:spChg chg="mod">
          <ac:chgData name="Lindeman, Mark A (US 365H)" userId="3688c61a-c847-421f-97e7-31f196fb4491" providerId="ADAL" clId="{216A9E4E-1227-49C0-8A78-42279DBF0FD8}" dt="2026-05-06T21:43:50.799" v="22" actId="14100"/>
          <ac:spMkLst>
            <pc:docMk/>
            <pc:sldMk cId="412030553" sldId="257"/>
            <ac:spMk id="3" creationId="{FC94D0CA-6921-7260-B245-4A3CBE1CDCF4}"/>
          </ac:spMkLst>
        </pc:spChg>
        <pc:picChg chg="add mod">
          <ac:chgData name="Lindeman, Mark A (US 365H)" userId="3688c61a-c847-421f-97e7-31f196fb4491" providerId="ADAL" clId="{216A9E4E-1227-49C0-8A78-42279DBF0FD8}" dt="2026-05-06T21:43:56.938" v="25" actId="14100"/>
          <ac:picMkLst>
            <pc:docMk/>
            <pc:sldMk cId="412030553" sldId="257"/>
            <ac:picMk id="5" creationId="{17DFC289-86C3-CCBD-24F7-6E9CE935C07E}"/>
          </ac:picMkLst>
        </pc:picChg>
      </pc:sldChg>
      <pc:sldChg chg="modSp new mod">
        <pc:chgData name="Lindeman, Mark A (US 365H)" userId="3688c61a-c847-421f-97e7-31f196fb4491" providerId="ADAL" clId="{216A9E4E-1227-49C0-8A78-42279DBF0FD8}" dt="2026-05-07T17:05:20.594" v="319" actId="20577"/>
        <pc:sldMkLst>
          <pc:docMk/>
          <pc:sldMk cId="3505147043" sldId="258"/>
        </pc:sldMkLst>
        <pc:spChg chg="mod">
          <ac:chgData name="Lindeman, Mark A (US 365H)" userId="3688c61a-c847-421f-97e7-31f196fb4491" providerId="ADAL" clId="{216A9E4E-1227-49C0-8A78-42279DBF0FD8}" dt="2026-05-07T17:05:20.594" v="319" actId="20577"/>
          <ac:spMkLst>
            <pc:docMk/>
            <pc:sldMk cId="3505147043" sldId="258"/>
            <ac:spMk id="3" creationId="{D05CD3A7-DA81-79D1-3E99-55FC132B84B6}"/>
          </ac:spMkLst>
        </pc:spChg>
      </pc:sldChg>
      <pc:sldChg chg="modSp new mod">
        <pc:chgData name="Lindeman, Mark A (US 365H)" userId="3688c61a-c847-421f-97e7-31f196fb4491" providerId="ADAL" clId="{216A9E4E-1227-49C0-8A78-42279DBF0FD8}" dt="2026-05-07T18:28:19.497" v="556" actId="20577"/>
        <pc:sldMkLst>
          <pc:docMk/>
          <pc:sldMk cId="1359328743" sldId="259"/>
        </pc:sldMkLst>
        <pc:spChg chg="mod">
          <ac:chgData name="Lindeman, Mark A (US 365H)" userId="3688c61a-c847-421f-97e7-31f196fb4491" providerId="ADAL" clId="{216A9E4E-1227-49C0-8A78-42279DBF0FD8}" dt="2026-05-07T18:27:54.261" v="537" actId="20577"/>
          <ac:spMkLst>
            <pc:docMk/>
            <pc:sldMk cId="1359328743" sldId="259"/>
            <ac:spMk id="2" creationId="{A49531D7-6CCA-6602-E67C-83788AFF2421}"/>
          </ac:spMkLst>
        </pc:spChg>
        <pc:spChg chg="mod">
          <ac:chgData name="Lindeman, Mark A (US 365H)" userId="3688c61a-c847-421f-97e7-31f196fb4491" providerId="ADAL" clId="{216A9E4E-1227-49C0-8A78-42279DBF0FD8}" dt="2026-05-07T18:28:19.497" v="556" actId="20577"/>
          <ac:spMkLst>
            <pc:docMk/>
            <pc:sldMk cId="1359328743" sldId="259"/>
            <ac:spMk id="3" creationId="{168FD88A-8B78-5038-6CFC-8E5AEFA6E7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3B10-2020-8A0F-987E-A05B9B2CE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F50DB-F6E9-8355-146D-D68B489F19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D47FE-91F0-286C-E85D-AAA973C2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21F09-9AD9-2951-2993-89F4F298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3A100-F4BC-609E-68C3-FF240304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1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CB90-A5BB-0C13-781B-CC177028D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E3EC5-AD72-685F-9F5C-500AF5C45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C828C-A5AE-6BAB-8A37-31BDCDAEE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A27BA-D583-ACCF-3D59-0DB699B79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C74FF-589F-832E-62F0-E9523168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8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55D95-678F-453F-38AC-FEA8DF6C5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5CD8A-D836-AEAA-2A54-494459633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0F6F9-9B61-40A2-DA64-17860F5E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C941E-52D6-6B3C-8E6A-E16B880FC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717B2-8A77-96C1-21F2-3B14BD1DD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9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31489-85CE-608E-B1B5-FC940E59B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6689B-06E6-6462-227D-854D2B866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AF127-78A3-E3A3-CE7C-A600E3A23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B3EF2-45FF-13B9-B957-17BD7850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D3B07-4F4F-7E3E-6378-C3AAA0B40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B7F9B-7E5B-6899-D425-4BFC4CDC1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23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3FCA4-B84F-96ED-CCC6-9C464A691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95824-C7DF-32A0-E5F4-9277EC695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9CCD0-DDB8-45B1-333B-C57199949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E70BA3-FEB4-5CF1-1725-7D7154914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7A2AE2-DF41-F2F3-A1C8-464696663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6BE10C-1D50-7892-D57F-C8165BCA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614319-0DE2-A191-C381-2966124FD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C7F286-F7FA-143C-A7D6-4EDCA9E9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2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08579-4152-0A9A-ABF3-F45607F78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820F38-9172-C733-8615-09CFFA8D4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89F8D-C98F-BDF3-D05F-39C6ECA1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9A171-F586-9A09-5420-6974413D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56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A7B16-9549-4806-5512-AA7A6C5D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4940B-B936-4CFE-6ADC-A531B5BF0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2E52-7A9A-D701-A889-F8201925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1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063F-452D-6470-BB26-35570673D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92E37-0D44-F429-9194-ABDBAED41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CA2D0-41CC-9B6C-22F3-95023C157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D58A0-B104-18CC-8879-AC618421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CB398-FCF8-25DD-6FBB-4CE89BFF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CACB7-E0A8-232D-6DCB-3DEBE908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49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6D860-D4E8-87E3-BF3E-B2E505AF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5AD96-5295-2BF8-062E-DB483DFDD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E1F59-0CBD-D114-0162-805E70E19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03D63-14D9-2E72-9678-743F835A2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97F1F-396B-9785-BA99-B27CB7E9B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34682-F2CF-3FEF-56FE-2EB4159A4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55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5551-F43B-107C-85CF-B7D5D645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E1A22-64F9-2D46-CFFE-9C40CE356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D2510-D178-930E-F48C-AE3BE252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2E800-5E3C-57E2-3E46-062687EC2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E174A-4F28-9D83-94C6-4B37B345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96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D67D6-DD7C-6D8E-7641-CBEE05E576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7CC0EB-FF2E-2616-1C75-E88D623F1C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D614E-999F-D658-91EC-30A11E28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11EF7-3848-27F1-CDCB-E2A1EFC0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F5332-0507-73BB-C184-18633B38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96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18B9A-A29B-8BAC-EDD2-244B8429A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DCED6-DE6D-12B7-F17B-CE10777B6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E61B1-6E0D-0C01-3E87-BEEAF9AA61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4BD14-1F87-4944-B08D-D3EC23AB331F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ECCFC-6AE6-4017-EF39-59AD4B026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F820E-B486-2114-7AEC-11AF3C115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FB3CCD-02AA-4251-8615-924541DA88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22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EFD9B-47C2-F0CC-65F1-FD76468957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Notes about neutrino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50DB7-B26D-F418-2697-9767222DA0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927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068B2-107A-724B-CBD1-12BC512F5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</a:t>
            </a:r>
            <a:r>
              <a:rPr lang="en-US" dirty="0" err="1"/>
              <a:t>setings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4D0CA-6921-7260-B245-4A3CBE1CD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68329" cy="435133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DFC289-86C3-CCBD-24F7-6E9CE935C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134" y="2143760"/>
            <a:ext cx="8449866" cy="461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30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B2922-260C-13C9-996C-F7D1FA59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CD3A7-DA81-79D1-3E99-55FC132B8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Copied over alpha calc</a:t>
            </a:r>
          </a:p>
          <a:p>
            <a:r>
              <a:rPr lang="en-US" dirty="0"/>
              <a:t>Indicates lower alpha for lower TC</a:t>
            </a:r>
          </a:p>
          <a:p>
            <a:r>
              <a:rPr lang="en-US" dirty="0"/>
              <a:t>Need TC &gt;3 K for alpha of 100</a:t>
            </a:r>
          </a:p>
          <a:p>
            <a:endParaRPr lang="en-US" dirty="0"/>
          </a:p>
          <a:p>
            <a:r>
              <a:rPr lang="en-US" dirty="0"/>
              <a:t>Codex say </a:t>
            </a:r>
            <a:r>
              <a:rPr lang="en-US" dirty="0" err="1"/>
              <a:t>dfrdt</a:t>
            </a:r>
            <a:r>
              <a:rPr lang="en-US" dirty="0"/>
              <a:t> is ~ 1ppm level at low temps, with Qi are  &gt;1r6 do</a:t>
            </a:r>
          </a:p>
          <a:p>
            <a:r>
              <a:rPr lang="en-US" dirty="0"/>
              <a:t>So alpha - -2Qi T/ </a:t>
            </a:r>
            <a:r>
              <a:rPr lang="en-US" dirty="0" err="1"/>
              <a:t>fr</a:t>
            </a:r>
            <a:r>
              <a:rPr lang="en-US" dirty="0"/>
              <a:t> </a:t>
            </a:r>
            <a:r>
              <a:rPr lang="en-US" dirty="0" err="1"/>
              <a:t>dfr</a:t>
            </a:r>
            <a:r>
              <a:rPr lang="en-US" dirty="0"/>
              <a:t> dT = -2(1e6)(.05K)( *1e-5/K)</a:t>
            </a:r>
          </a:p>
        </p:txBody>
      </p:sp>
    </p:spTree>
    <p:extLst>
      <p:ext uri="{BB962C8B-B14F-4D97-AF65-F5344CB8AC3E}">
        <p14:creationId xmlns:p14="http://schemas.microsoft.com/office/powerpoint/2010/main" val="3505147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531D7-6CCA-6602-E67C-83788AFF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Looks like alpha ~150 for 3 K device at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FD88A-8B78-5038-6CFC-8E5AEFA6E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40 </a:t>
            </a:r>
            <a:r>
              <a:rPr lang="en-US" dirty="0" err="1"/>
              <a:t>mk</a:t>
            </a:r>
            <a:r>
              <a:rPr lang="en-US" dirty="0"/>
              <a:t>, 5% of Tc</a:t>
            </a:r>
          </a:p>
          <a:p>
            <a:r>
              <a:rPr lang="en-US" dirty="0"/>
              <a:t>Tc=3k would have higher sensitivity due Mattis Bardeen, alpha =140</a:t>
            </a:r>
          </a:p>
          <a:p>
            <a:r>
              <a:rPr lang="en-US" dirty="0"/>
              <a:t>Tc=2k </a:t>
            </a:r>
            <a:r>
              <a:rPr lang="en-US"/>
              <a:t>-&gt; alpha =100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328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101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Notes about neutrino</vt:lpstr>
      <vt:lpstr>Good setings</vt:lpstr>
      <vt:lpstr>PowerPoint Presentation</vt:lpstr>
      <vt:lpstr>Looks like alpha ~150 for 3 K device at 4</vt:lpstr>
    </vt:vector>
  </TitlesOfParts>
  <Company>JPL ITSD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Lindeman, Mark A (US 365H)</dc:creator>
  <cp:lastModifiedBy>Lindeman, Mark A (US 365H)</cp:lastModifiedBy>
  <cp:revision>1</cp:revision>
  <dcterms:created xsi:type="dcterms:W3CDTF">2026-05-06T21:43:26Z</dcterms:created>
  <dcterms:modified xsi:type="dcterms:W3CDTF">2026-05-07T18:28:20Z</dcterms:modified>
</cp:coreProperties>
</file>